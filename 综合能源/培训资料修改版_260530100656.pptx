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2"/>
  </p:notesMasterIdLst>
  <p:sldIdLst>
    <p:sldId id="256" r:id="rId4"/>
    <p:sldId id="257" r:id="rId5"/>
    <p:sldId id="260" r:id="rId6"/>
    <p:sldId id="261" r:id="rId7"/>
    <p:sldId id="262" r:id="rId8"/>
    <p:sldId id="263" r:id="rId9"/>
    <p:sldId id="258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77_#color-2109&amp;708"/>
          <p:cNvSpPr/>
          <p:nvPr userDrawn="1">
            <p:custDataLst>
              <p:tags r:id="rId2"/>
            </p:custDataLst>
          </p:nvPr>
        </p:nvSpPr>
        <p:spPr>
          <a:xfrm>
            <a:off x="1335024" y="0"/>
            <a:ext cx="9518904" cy="6858000"/>
          </a:xfrm>
          <a:custGeom>
            <a:avLst/>
            <a:gdLst/>
            <a:ahLst/>
            <a:cxnLst/>
            <a:rect l="l" t="t" r="r" b="b"/>
            <a:pathLst>
              <a:path w="9518904" h="6858000">
                <a:moveTo>
                  <a:pt x="3337560" y="0"/>
                </a:moveTo>
                <a:lnTo>
                  <a:pt x="3319272" y="0"/>
                </a:lnTo>
                <a:lnTo>
                  <a:pt x="73152" y="3246120"/>
                </a:lnTo>
                <a:cubicBezTo>
                  <a:pt x="-27432" y="3346704"/>
                  <a:pt x="-27432" y="3511296"/>
                  <a:pt x="73152" y="3611880"/>
                </a:cubicBezTo>
                <a:lnTo>
                  <a:pt x="3319272" y="6858000"/>
                </a:lnTo>
                <a:lnTo>
                  <a:pt x="3337560" y="6858000"/>
                </a:lnTo>
                <a:lnTo>
                  <a:pt x="82296" y="3602736"/>
                </a:lnTo>
                <a:cubicBezTo>
                  <a:pt x="-9144" y="3502152"/>
                  <a:pt x="-9144" y="3355848"/>
                  <a:pt x="82296" y="3255264"/>
                </a:cubicBezTo>
                <a:lnTo>
                  <a:pt x="3337560" y="0"/>
                </a:lnTo>
                <a:moveTo>
                  <a:pt x="6181344" y="6858000"/>
                </a:moveTo>
                <a:lnTo>
                  <a:pt x="9436608" y="3602736"/>
                </a:lnTo>
                <a:cubicBezTo>
                  <a:pt x="9537192" y="3502152"/>
                  <a:pt x="9537192" y="3355848"/>
                  <a:pt x="9436608" y="3255264"/>
                </a:cubicBezTo>
                <a:lnTo>
                  <a:pt x="6181344" y="0"/>
                </a:lnTo>
                <a:lnTo>
                  <a:pt x="6199632" y="0"/>
                </a:lnTo>
                <a:lnTo>
                  <a:pt x="9445752" y="3246120"/>
                </a:lnTo>
                <a:cubicBezTo>
                  <a:pt x="9546336" y="3346704"/>
                  <a:pt x="9546336" y="3511296"/>
                  <a:pt x="9445752" y="3611880"/>
                </a:cubicBezTo>
                <a:lnTo>
                  <a:pt x="6199632" y="6858000"/>
                </a:lnTo>
                <a:lnTo>
                  <a:pt x="6181344" y="6858000"/>
                </a:lnTo>
              </a:path>
            </a:pathLst>
          </a:cu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Rectangle 41676_#color-2109&amp;71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2743200" y="0"/>
                </a:moveTo>
                <a:lnTo>
                  <a:pt x="2724912" y="0"/>
                </a:lnTo>
                <a:lnTo>
                  <a:pt x="0" y="2724912"/>
                </a:lnTo>
                <a:lnTo>
                  <a:pt x="0" y="2743200"/>
                </a:lnTo>
                <a:lnTo>
                  <a:pt x="2743200" y="0"/>
                </a:lnTo>
                <a:moveTo>
                  <a:pt x="0" y="4114800"/>
                </a:moveTo>
                <a:lnTo>
                  <a:pt x="0" y="4133088"/>
                </a:lnTo>
                <a:lnTo>
                  <a:pt x="2724912" y="6858000"/>
                </a:lnTo>
                <a:lnTo>
                  <a:pt x="2743200" y="6858000"/>
                </a:lnTo>
                <a:lnTo>
                  <a:pt x="0" y="4114800"/>
                </a:lnTo>
                <a:moveTo>
                  <a:pt x="9445752" y="6858000"/>
                </a:moveTo>
                <a:lnTo>
                  <a:pt x="9464040" y="6858000"/>
                </a:lnTo>
                <a:lnTo>
                  <a:pt x="12188952" y="4123944"/>
                </a:lnTo>
                <a:lnTo>
                  <a:pt x="12188952" y="4105656"/>
                </a:lnTo>
                <a:lnTo>
                  <a:pt x="9445752" y="6858000"/>
                </a:lnTo>
                <a:moveTo>
                  <a:pt x="12188952" y="2752344"/>
                </a:moveTo>
                <a:lnTo>
                  <a:pt x="9445752" y="0"/>
                </a:lnTo>
                <a:lnTo>
                  <a:pt x="9464040" y="0"/>
                </a:lnTo>
                <a:lnTo>
                  <a:pt x="12188952" y="2734056"/>
                </a:lnTo>
                <a:lnTo>
                  <a:pt x="12188952" y="2752344"/>
                </a:lnTo>
              </a:path>
            </a:pathLst>
          </a:custGeom>
          <a:solidFill>
            <a:schemeClr val="tx2">
              <a:lumMod val="25000"/>
              <a:lumOff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Rectangle 1_#color-2109&amp;714"/>
          <p:cNvSpPr/>
          <p:nvPr userDrawn="1">
            <p:custDataLst>
              <p:tags r:id="rId4"/>
            </p:custDataLst>
          </p:nvPr>
        </p:nvSpPr>
        <p:spPr>
          <a:xfrm>
            <a:off x="3593592" y="6144768"/>
            <a:ext cx="5266944" cy="713232"/>
          </a:xfrm>
          <a:custGeom>
            <a:avLst/>
            <a:gdLst/>
            <a:ahLst/>
            <a:cxnLst/>
            <a:rect l="l" t="t" r="r" b="b"/>
            <a:pathLst>
              <a:path w="5266944" h="713232">
                <a:moveTo>
                  <a:pt x="5266944" y="713232"/>
                </a:moveTo>
                <a:lnTo>
                  <a:pt x="0" y="713232"/>
                </a:lnTo>
                <a:lnTo>
                  <a:pt x="2423160" y="18288"/>
                </a:lnTo>
                <a:cubicBezTo>
                  <a:pt x="2496312" y="0"/>
                  <a:pt x="2560320" y="-9144"/>
                  <a:pt x="2633472" y="9144"/>
                </a:cubicBezTo>
                <a:lnTo>
                  <a:pt x="5266944" y="713232"/>
                </a:ln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41672_#color-2109&amp;717"/>
          <p:cNvSpPr/>
          <p:nvPr userDrawn="1">
            <p:custDataLst>
              <p:tags r:id="rId5"/>
            </p:custDataLst>
          </p:nvPr>
        </p:nvSpPr>
        <p:spPr>
          <a:xfrm>
            <a:off x="5129784" y="0"/>
            <a:ext cx="1993392" cy="521208"/>
          </a:xfrm>
          <a:custGeom>
            <a:avLst/>
            <a:gdLst/>
            <a:ahLst/>
            <a:cxnLst/>
            <a:rect l="l" t="t" r="r" b="b"/>
            <a:pathLst>
              <a:path w="1993392" h="521208">
                <a:moveTo>
                  <a:pt x="1993392" y="0"/>
                </a:moveTo>
                <a:lnTo>
                  <a:pt x="1060704" y="512064"/>
                </a:lnTo>
                <a:cubicBezTo>
                  <a:pt x="1024128" y="530352"/>
                  <a:pt x="978408" y="530352"/>
                  <a:pt x="941832" y="512064"/>
                </a:cubicBezTo>
                <a:lnTo>
                  <a:pt x="0" y="0"/>
                </a:lnTo>
                <a:lnTo>
                  <a:pt x="1993392" y="0"/>
                </a:ln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41674_#color-2109&amp;720"/>
          <p:cNvSpPr/>
          <p:nvPr userDrawn="1">
            <p:custDataLst>
              <p:tags r:id="rId6"/>
            </p:custDataLst>
          </p:nvPr>
        </p:nvSpPr>
        <p:spPr>
          <a:xfrm>
            <a:off x="9326880" y="4882896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18288" y="329184"/>
                </a:moveTo>
                <a:cubicBezTo>
                  <a:pt x="-9144" y="310896"/>
                  <a:pt x="-9144" y="283464"/>
                  <a:pt x="18288" y="256032"/>
                </a:cubicBezTo>
                <a:lnTo>
                  <a:pt x="256032" y="18288"/>
                </a:lnTo>
                <a:cubicBezTo>
                  <a:pt x="283464" y="-9144"/>
                  <a:pt x="310896" y="-9144"/>
                  <a:pt x="329184" y="18288"/>
                </a:cubicBezTo>
                <a:lnTo>
                  <a:pt x="576072" y="256032"/>
                </a:lnTo>
                <a:cubicBezTo>
                  <a:pt x="594360" y="283464"/>
                  <a:pt x="594360" y="310896"/>
                  <a:pt x="576072" y="329184"/>
                </a:cubicBezTo>
                <a:lnTo>
                  <a:pt x="329184" y="576072"/>
                </a:lnTo>
                <a:cubicBezTo>
                  <a:pt x="310896" y="594360"/>
                  <a:pt x="283464" y="594360"/>
                  <a:pt x="256032" y="576072"/>
                </a:cubicBezTo>
                <a:lnTo>
                  <a:pt x="18288" y="329184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41673_#color-2109&amp;723"/>
          <p:cNvSpPr/>
          <p:nvPr userDrawn="1">
            <p:custDataLst>
              <p:tags r:id="rId7"/>
            </p:custDataLst>
          </p:nvPr>
        </p:nvSpPr>
        <p:spPr>
          <a:xfrm>
            <a:off x="2176272" y="1545336"/>
            <a:ext cx="868680" cy="868680"/>
          </a:xfrm>
          <a:custGeom>
            <a:avLst/>
            <a:gdLst/>
            <a:ahLst/>
            <a:cxnLst/>
            <a:rect l="l" t="t" r="r" b="b"/>
            <a:pathLst>
              <a:path w="868680" h="868680">
                <a:moveTo>
                  <a:pt x="18288" y="475488"/>
                </a:moveTo>
                <a:cubicBezTo>
                  <a:pt x="-9144" y="448056"/>
                  <a:pt x="-9144" y="420624"/>
                  <a:pt x="18288" y="402336"/>
                </a:cubicBezTo>
                <a:lnTo>
                  <a:pt x="402336" y="18288"/>
                </a:lnTo>
                <a:cubicBezTo>
                  <a:pt x="420624" y="-9144"/>
                  <a:pt x="448056" y="-9144"/>
                  <a:pt x="475488" y="18288"/>
                </a:cubicBezTo>
                <a:lnTo>
                  <a:pt x="859536" y="402336"/>
                </a:lnTo>
                <a:cubicBezTo>
                  <a:pt x="877824" y="420624"/>
                  <a:pt x="877824" y="448056"/>
                  <a:pt x="859536" y="475488"/>
                </a:cubicBezTo>
                <a:lnTo>
                  <a:pt x="475488" y="859536"/>
                </a:lnTo>
                <a:cubicBezTo>
                  <a:pt x="448056" y="877824"/>
                  <a:pt x="420624" y="877824"/>
                  <a:pt x="402336" y="859536"/>
                </a:cubicBezTo>
                <a:lnTo>
                  <a:pt x="18288" y="475488"/>
                </a:ln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838200" y="2197848"/>
            <a:ext cx="10515600" cy="1847625"/>
          </a:xfrm>
        </p:spPr>
        <p:txBody>
          <a:bodyPr wrap="square" anchor="b" anchorCtr="0">
            <a:normAutofit/>
          </a:bodyPr>
          <a:lstStyle>
            <a:lvl1pPr algn="ctr">
              <a:lnSpc>
                <a:spcPct val="100000"/>
              </a:lnSpc>
              <a:defRPr sz="70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35152" y="4302506"/>
            <a:ext cx="10515600" cy="530987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675_#color-2109&amp;726"/>
          <p:cNvSpPr/>
          <p:nvPr userDrawn="1">
            <p:custDataLst>
              <p:tags r:id="rId2"/>
            </p:custDataLst>
          </p:nvPr>
        </p:nvSpPr>
        <p:spPr>
          <a:xfrm>
            <a:off x="1335024" y="0"/>
            <a:ext cx="9518904" cy="6858000"/>
          </a:xfrm>
          <a:custGeom>
            <a:avLst/>
            <a:gdLst/>
            <a:ahLst/>
            <a:cxnLst/>
            <a:rect l="l" t="t" r="r" b="b"/>
            <a:pathLst>
              <a:path w="9518904" h="6858000">
                <a:moveTo>
                  <a:pt x="3337560" y="0"/>
                </a:moveTo>
                <a:lnTo>
                  <a:pt x="3319272" y="0"/>
                </a:lnTo>
                <a:lnTo>
                  <a:pt x="73152" y="3246120"/>
                </a:lnTo>
                <a:cubicBezTo>
                  <a:pt x="-27432" y="3346704"/>
                  <a:pt x="-27432" y="3511296"/>
                  <a:pt x="73152" y="3611880"/>
                </a:cubicBezTo>
                <a:lnTo>
                  <a:pt x="3319272" y="6858000"/>
                </a:lnTo>
                <a:lnTo>
                  <a:pt x="3337560" y="6858000"/>
                </a:lnTo>
                <a:lnTo>
                  <a:pt x="82296" y="3602736"/>
                </a:lnTo>
                <a:cubicBezTo>
                  <a:pt x="-9144" y="3502152"/>
                  <a:pt x="-9144" y="3355848"/>
                  <a:pt x="82296" y="3255264"/>
                </a:cubicBezTo>
                <a:lnTo>
                  <a:pt x="3337560" y="0"/>
                </a:lnTo>
                <a:moveTo>
                  <a:pt x="6181344" y="6858000"/>
                </a:moveTo>
                <a:lnTo>
                  <a:pt x="9436608" y="3602736"/>
                </a:lnTo>
                <a:cubicBezTo>
                  <a:pt x="9537192" y="3502152"/>
                  <a:pt x="9537192" y="3355848"/>
                  <a:pt x="9436608" y="3255264"/>
                </a:cubicBezTo>
                <a:lnTo>
                  <a:pt x="6181344" y="0"/>
                </a:lnTo>
                <a:lnTo>
                  <a:pt x="6199632" y="0"/>
                </a:lnTo>
                <a:lnTo>
                  <a:pt x="9445752" y="3246120"/>
                </a:lnTo>
                <a:cubicBezTo>
                  <a:pt x="9546336" y="3346704"/>
                  <a:pt x="9546336" y="3511296"/>
                  <a:pt x="9445752" y="3611880"/>
                </a:cubicBezTo>
                <a:lnTo>
                  <a:pt x="6199632" y="6858000"/>
                </a:lnTo>
                <a:lnTo>
                  <a:pt x="6181344" y="6858000"/>
                </a:lnTo>
              </a:path>
            </a:pathLst>
          </a:cu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" name="#项图片_#color-2109&amp;741"/>
          <p:cNvSpPr/>
          <p:nvPr userDrawn="1">
            <p:custDataLst>
              <p:tags r:id="rId3"/>
            </p:custDataLst>
          </p:nvPr>
        </p:nvSpPr>
        <p:spPr>
          <a:xfrm>
            <a:off x="2980944" y="1188720"/>
            <a:ext cx="1325880" cy="1325880"/>
          </a:xfrm>
          <a:custGeom>
            <a:avLst/>
            <a:gdLst/>
            <a:ahLst/>
            <a:cxnLst/>
            <a:rect l="l" t="t" r="r" b="b"/>
            <a:pathLst>
              <a:path w="1325880" h="1325880">
                <a:moveTo>
                  <a:pt x="36576" y="749808"/>
                </a:moveTo>
                <a:cubicBezTo>
                  <a:pt x="-9144" y="704088"/>
                  <a:pt x="-9144" y="621792"/>
                  <a:pt x="36576" y="576072"/>
                </a:cubicBezTo>
                <a:lnTo>
                  <a:pt x="576072" y="36576"/>
                </a:lnTo>
                <a:cubicBezTo>
                  <a:pt x="621792" y="-9144"/>
                  <a:pt x="704088" y="-9144"/>
                  <a:pt x="749808" y="36576"/>
                </a:cubicBezTo>
                <a:lnTo>
                  <a:pt x="1289304" y="576072"/>
                </a:lnTo>
                <a:cubicBezTo>
                  <a:pt x="1335024" y="621792"/>
                  <a:pt x="1335024" y="704088"/>
                  <a:pt x="1289304" y="749808"/>
                </a:cubicBezTo>
                <a:lnTo>
                  <a:pt x="749808" y="1289304"/>
                </a:lnTo>
                <a:cubicBezTo>
                  <a:pt x="704088" y="1335024"/>
                  <a:pt x="621792" y="1335024"/>
                  <a:pt x="576072" y="1289304"/>
                </a:cubicBezTo>
                <a:lnTo>
                  <a:pt x="36576" y="749808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#项图片_#color-2109&amp;744"/>
          <p:cNvSpPr/>
          <p:nvPr userDrawn="1">
            <p:custDataLst>
              <p:tags r:id="rId4"/>
            </p:custDataLst>
          </p:nvPr>
        </p:nvSpPr>
        <p:spPr>
          <a:xfrm>
            <a:off x="1563624" y="3227832"/>
            <a:ext cx="2569464" cy="2569464"/>
          </a:xfrm>
          <a:custGeom>
            <a:avLst/>
            <a:gdLst/>
            <a:ahLst/>
            <a:cxnLst/>
            <a:rect l="l" t="t" r="r" b="b"/>
            <a:pathLst>
              <a:path w="2569464" h="2569464">
                <a:moveTo>
                  <a:pt x="36576" y="1371600"/>
                </a:moveTo>
                <a:cubicBezTo>
                  <a:pt x="-9144" y="1325880"/>
                  <a:pt x="-9144" y="1243584"/>
                  <a:pt x="36576" y="1197864"/>
                </a:cubicBezTo>
                <a:lnTo>
                  <a:pt x="1197864" y="36576"/>
                </a:lnTo>
                <a:cubicBezTo>
                  <a:pt x="1243584" y="-9144"/>
                  <a:pt x="1325880" y="-9144"/>
                  <a:pt x="1371600" y="36576"/>
                </a:cubicBezTo>
                <a:lnTo>
                  <a:pt x="2532888" y="1197864"/>
                </a:lnTo>
                <a:cubicBezTo>
                  <a:pt x="2578608" y="1243584"/>
                  <a:pt x="2578608" y="1325880"/>
                  <a:pt x="2532888" y="1371600"/>
                </a:cubicBezTo>
                <a:lnTo>
                  <a:pt x="1371600" y="2532888"/>
                </a:lnTo>
                <a:cubicBezTo>
                  <a:pt x="1325880" y="2578608"/>
                  <a:pt x="1243584" y="2578608"/>
                  <a:pt x="1197864" y="2532888"/>
                </a:cubicBezTo>
                <a:lnTo>
                  <a:pt x="36576" y="137160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#项图片_#color-2109&amp;747"/>
          <p:cNvSpPr/>
          <p:nvPr userDrawn="1">
            <p:custDataLst>
              <p:tags r:id="rId5"/>
            </p:custDataLst>
          </p:nvPr>
        </p:nvSpPr>
        <p:spPr>
          <a:xfrm>
            <a:off x="1051560" y="2862072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8288" y="603504"/>
                </a:moveTo>
                <a:cubicBezTo>
                  <a:pt x="-9144" y="585216"/>
                  <a:pt x="-9144" y="557784"/>
                  <a:pt x="18288" y="530352"/>
                </a:cubicBezTo>
                <a:lnTo>
                  <a:pt x="530352" y="18288"/>
                </a:lnTo>
                <a:cubicBezTo>
                  <a:pt x="557784" y="-9144"/>
                  <a:pt x="585216" y="-9144"/>
                  <a:pt x="603504" y="18288"/>
                </a:cubicBezTo>
                <a:lnTo>
                  <a:pt x="1124712" y="530352"/>
                </a:lnTo>
                <a:cubicBezTo>
                  <a:pt x="1143000" y="557784"/>
                  <a:pt x="1143000" y="585216"/>
                  <a:pt x="1124712" y="603504"/>
                </a:cubicBezTo>
                <a:lnTo>
                  <a:pt x="603504" y="1124712"/>
                </a:lnTo>
                <a:cubicBezTo>
                  <a:pt x="585216" y="1143000"/>
                  <a:pt x="557784" y="1143000"/>
                  <a:pt x="530352" y="1124712"/>
                </a:cubicBezTo>
                <a:lnTo>
                  <a:pt x="18288" y="603504"/>
                </a:lnTo>
              </a:path>
            </a:pathLst>
          </a:custGeom>
          <a:solidFill>
            <a:schemeClr val="accent1">
              <a:alpha val="3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#项图片_#color-2109&amp;750"/>
          <p:cNvSpPr/>
          <p:nvPr userDrawn="1">
            <p:custDataLst>
              <p:tags r:id="rId6"/>
            </p:custDataLst>
          </p:nvPr>
        </p:nvSpPr>
        <p:spPr>
          <a:xfrm>
            <a:off x="1618488" y="2194560"/>
            <a:ext cx="2459736" cy="2459736"/>
          </a:xfrm>
          <a:custGeom>
            <a:avLst/>
            <a:gdLst/>
            <a:ahLst/>
            <a:cxnLst/>
            <a:rect l="l" t="t" r="r" b="b"/>
            <a:pathLst>
              <a:path w="2459736" h="2459736">
                <a:moveTo>
                  <a:pt x="36576" y="1316736"/>
                </a:moveTo>
                <a:cubicBezTo>
                  <a:pt x="-9144" y="1271016"/>
                  <a:pt x="-9144" y="1188720"/>
                  <a:pt x="36576" y="1143000"/>
                </a:cubicBezTo>
                <a:lnTo>
                  <a:pt x="1143000" y="36576"/>
                </a:lnTo>
                <a:cubicBezTo>
                  <a:pt x="1188720" y="-9144"/>
                  <a:pt x="1271016" y="-9144"/>
                  <a:pt x="1316736" y="36576"/>
                </a:cubicBezTo>
                <a:lnTo>
                  <a:pt x="2423160" y="1143000"/>
                </a:lnTo>
                <a:cubicBezTo>
                  <a:pt x="2468880" y="1188720"/>
                  <a:pt x="2468880" y="1271016"/>
                  <a:pt x="2423160" y="1316736"/>
                </a:cubicBezTo>
                <a:lnTo>
                  <a:pt x="1316736" y="2423160"/>
                </a:lnTo>
                <a:cubicBezTo>
                  <a:pt x="1271016" y="2468880"/>
                  <a:pt x="1188720" y="2468880"/>
                  <a:pt x="1143000" y="2423160"/>
                </a:cubicBezTo>
                <a:lnTo>
                  <a:pt x="36576" y="1316736"/>
                </a:ln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618488" y="2167128"/>
            <a:ext cx="2459736" cy="2505456"/>
          </a:xfrm>
        </p:spPr>
        <p:txBody>
          <a:bodyPr wrap="square" anchor="ctr">
            <a:normAutofit/>
          </a:bodyPr>
          <a:lstStyle>
            <a:lvl1pPr algn="ctr">
              <a:defRPr sz="36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75_#color-2109&amp;753"/>
          <p:cNvSpPr/>
          <p:nvPr userDrawn="1">
            <p:custDataLst>
              <p:tags r:id="rId2"/>
            </p:custDataLst>
          </p:nvPr>
        </p:nvSpPr>
        <p:spPr>
          <a:xfrm>
            <a:off x="1335024" y="0"/>
            <a:ext cx="9518904" cy="6858000"/>
          </a:xfrm>
          <a:custGeom>
            <a:avLst/>
            <a:gdLst/>
            <a:ahLst/>
            <a:cxnLst/>
            <a:rect l="l" t="t" r="r" b="b"/>
            <a:pathLst>
              <a:path w="9518904" h="6858000">
                <a:moveTo>
                  <a:pt x="3337560" y="0"/>
                </a:moveTo>
                <a:lnTo>
                  <a:pt x="3319272" y="0"/>
                </a:lnTo>
                <a:lnTo>
                  <a:pt x="73152" y="3246120"/>
                </a:lnTo>
                <a:cubicBezTo>
                  <a:pt x="-27432" y="3346704"/>
                  <a:pt x="-27432" y="3511296"/>
                  <a:pt x="73152" y="3611880"/>
                </a:cubicBezTo>
                <a:lnTo>
                  <a:pt x="3319272" y="6858000"/>
                </a:lnTo>
                <a:lnTo>
                  <a:pt x="3337560" y="6858000"/>
                </a:lnTo>
                <a:lnTo>
                  <a:pt x="82296" y="3602736"/>
                </a:lnTo>
                <a:cubicBezTo>
                  <a:pt x="-9144" y="3502152"/>
                  <a:pt x="-9144" y="3355848"/>
                  <a:pt x="82296" y="3255264"/>
                </a:cubicBezTo>
                <a:lnTo>
                  <a:pt x="3337560" y="0"/>
                </a:lnTo>
                <a:moveTo>
                  <a:pt x="6181344" y="6858000"/>
                </a:moveTo>
                <a:lnTo>
                  <a:pt x="9436608" y="3602736"/>
                </a:lnTo>
                <a:cubicBezTo>
                  <a:pt x="9537192" y="3502152"/>
                  <a:pt x="9537192" y="3355848"/>
                  <a:pt x="9436608" y="3255264"/>
                </a:cubicBezTo>
                <a:lnTo>
                  <a:pt x="6181344" y="0"/>
                </a:lnTo>
                <a:lnTo>
                  <a:pt x="6199632" y="0"/>
                </a:lnTo>
                <a:lnTo>
                  <a:pt x="9445752" y="3246120"/>
                </a:lnTo>
                <a:cubicBezTo>
                  <a:pt x="9546336" y="3346704"/>
                  <a:pt x="9546336" y="3511296"/>
                  <a:pt x="9445752" y="3611880"/>
                </a:cubicBezTo>
                <a:lnTo>
                  <a:pt x="6199632" y="6858000"/>
                </a:lnTo>
                <a:lnTo>
                  <a:pt x="6181344" y="6858000"/>
                </a:lnTo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Rectangle 41676_#color-2109&amp;75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2743200" y="0"/>
                </a:moveTo>
                <a:lnTo>
                  <a:pt x="2724912" y="0"/>
                </a:lnTo>
                <a:lnTo>
                  <a:pt x="0" y="2724912"/>
                </a:lnTo>
                <a:lnTo>
                  <a:pt x="0" y="2743200"/>
                </a:lnTo>
                <a:lnTo>
                  <a:pt x="2743200" y="0"/>
                </a:lnTo>
                <a:moveTo>
                  <a:pt x="0" y="4114800"/>
                </a:moveTo>
                <a:lnTo>
                  <a:pt x="0" y="4133088"/>
                </a:lnTo>
                <a:lnTo>
                  <a:pt x="2724912" y="6858000"/>
                </a:lnTo>
                <a:lnTo>
                  <a:pt x="2743200" y="6858000"/>
                </a:lnTo>
                <a:lnTo>
                  <a:pt x="0" y="4114800"/>
                </a:lnTo>
                <a:moveTo>
                  <a:pt x="9445752" y="6858000"/>
                </a:moveTo>
                <a:lnTo>
                  <a:pt x="9464040" y="6858000"/>
                </a:lnTo>
                <a:lnTo>
                  <a:pt x="12188952" y="4123944"/>
                </a:lnTo>
                <a:lnTo>
                  <a:pt x="12188952" y="4105656"/>
                </a:lnTo>
                <a:lnTo>
                  <a:pt x="9445752" y="6858000"/>
                </a:lnTo>
                <a:moveTo>
                  <a:pt x="12188952" y="2752344"/>
                </a:moveTo>
                <a:lnTo>
                  <a:pt x="9445752" y="0"/>
                </a:lnTo>
                <a:lnTo>
                  <a:pt x="9464040" y="0"/>
                </a:lnTo>
                <a:lnTo>
                  <a:pt x="12188952" y="2734056"/>
                </a:lnTo>
                <a:lnTo>
                  <a:pt x="12188952" y="2752344"/>
                </a:lnTo>
              </a:path>
            </a:pathLst>
          </a:custGeom>
          <a:solidFill>
            <a:schemeClr val="accent1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图片_#color-2109&amp;759"/>
          <p:cNvSpPr/>
          <p:nvPr userDrawn="1">
            <p:custDataLst>
              <p:tags r:id="rId4"/>
            </p:custDataLst>
          </p:nvPr>
        </p:nvSpPr>
        <p:spPr>
          <a:xfrm>
            <a:off x="5294376" y="1618488"/>
            <a:ext cx="1600200" cy="1600200"/>
          </a:xfrm>
          <a:custGeom>
            <a:avLst/>
            <a:gdLst/>
            <a:ahLst/>
            <a:cxnLst/>
            <a:rect l="l" t="t" r="r" b="b"/>
            <a:pathLst>
              <a:path w="1600200" h="1600200">
                <a:moveTo>
                  <a:pt x="36576" y="886968"/>
                </a:moveTo>
                <a:cubicBezTo>
                  <a:pt x="-9144" y="841248"/>
                  <a:pt x="-9144" y="758952"/>
                  <a:pt x="36576" y="704088"/>
                </a:cubicBezTo>
                <a:lnTo>
                  <a:pt x="704088" y="36576"/>
                </a:lnTo>
                <a:cubicBezTo>
                  <a:pt x="758952" y="-9144"/>
                  <a:pt x="841248" y="-9144"/>
                  <a:pt x="886968" y="36576"/>
                </a:cubicBezTo>
                <a:lnTo>
                  <a:pt x="1563624" y="704088"/>
                </a:lnTo>
                <a:cubicBezTo>
                  <a:pt x="1609344" y="758952"/>
                  <a:pt x="1609344" y="841248"/>
                  <a:pt x="1563624" y="886968"/>
                </a:cubicBezTo>
                <a:lnTo>
                  <a:pt x="886968" y="1563624"/>
                </a:lnTo>
                <a:cubicBezTo>
                  <a:pt x="841248" y="1609344"/>
                  <a:pt x="758952" y="1609344"/>
                  <a:pt x="704088" y="1563624"/>
                </a:cubicBezTo>
                <a:lnTo>
                  <a:pt x="36576" y="886968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Rectangle 41678_#color-2109&amp;762"/>
          <p:cNvSpPr/>
          <p:nvPr userDrawn="1">
            <p:custDataLst>
              <p:tags r:id="rId5"/>
            </p:custDataLst>
          </p:nvPr>
        </p:nvSpPr>
        <p:spPr>
          <a:xfrm>
            <a:off x="4855464" y="176479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288" y="265176"/>
                </a:moveTo>
                <a:cubicBezTo>
                  <a:pt x="-9144" y="246888"/>
                  <a:pt x="-9144" y="210312"/>
                  <a:pt x="18288" y="192024"/>
                </a:cubicBezTo>
                <a:lnTo>
                  <a:pt x="192024" y="18288"/>
                </a:lnTo>
                <a:cubicBezTo>
                  <a:pt x="210312" y="-9144"/>
                  <a:pt x="246888" y="-9144"/>
                  <a:pt x="265176" y="18288"/>
                </a:cubicBezTo>
                <a:lnTo>
                  <a:pt x="448056" y="192024"/>
                </a:lnTo>
                <a:cubicBezTo>
                  <a:pt x="466344" y="210312"/>
                  <a:pt x="466344" y="246888"/>
                  <a:pt x="448056" y="265176"/>
                </a:cubicBezTo>
                <a:lnTo>
                  <a:pt x="265176" y="448056"/>
                </a:lnTo>
                <a:cubicBezTo>
                  <a:pt x="246888" y="466344"/>
                  <a:pt x="210312" y="466344"/>
                  <a:pt x="192024" y="448056"/>
                </a:cubicBezTo>
                <a:lnTo>
                  <a:pt x="18288" y="265176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2" name="Rectangle 41679_#color-2109&amp;765"/>
          <p:cNvSpPr/>
          <p:nvPr userDrawn="1">
            <p:custDataLst>
              <p:tags r:id="rId6"/>
            </p:custDataLst>
          </p:nvPr>
        </p:nvSpPr>
        <p:spPr>
          <a:xfrm>
            <a:off x="6922008" y="27157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144" y="137160"/>
                </a:moveTo>
                <a:cubicBezTo>
                  <a:pt x="0" y="118872"/>
                  <a:pt x="0" y="109728"/>
                  <a:pt x="9144" y="100584"/>
                </a:cubicBezTo>
                <a:lnTo>
                  <a:pt x="100584" y="9144"/>
                </a:lnTo>
                <a:cubicBezTo>
                  <a:pt x="109728" y="0"/>
                  <a:pt x="118872" y="0"/>
                  <a:pt x="137160" y="9144"/>
                </a:cubicBezTo>
                <a:lnTo>
                  <a:pt x="219456" y="100584"/>
                </a:lnTo>
                <a:cubicBezTo>
                  <a:pt x="228600" y="109728"/>
                  <a:pt x="228600" y="118872"/>
                  <a:pt x="219456" y="137160"/>
                </a:cubicBezTo>
                <a:lnTo>
                  <a:pt x="137160" y="219456"/>
                </a:lnTo>
                <a:cubicBezTo>
                  <a:pt x="118872" y="228600"/>
                  <a:pt x="109728" y="228600"/>
                  <a:pt x="100584" y="219456"/>
                </a:cubicBezTo>
                <a:lnTo>
                  <a:pt x="9144" y="13716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526400" y="3702812"/>
            <a:ext cx="9144000" cy="2442717"/>
          </a:xfrm>
        </p:spPr>
        <p:txBody>
          <a:bodyPr wrap="square" anchor="t">
            <a:normAutofit/>
          </a:bodyPr>
          <a:lstStyle>
            <a:lvl1pPr algn="ctr">
              <a:defRPr sz="4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5269993" y="1554988"/>
            <a:ext cx="1652016" cy="1600200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5300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anchor="b">
            <a:normAutofit/>
          </a:bodyPr>
          <a:lstStyle>
            <a:lvl1pPr algn="l">
              <a:defRPr sz="36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75_#color-2109&amp;777"/>
          <p:cNvSpPr/>
          <p:nvPr userDrawn="1">
            <p:custDataLst>
              <p:tags r:id="rId2"/>
            </p:custDataLst>
          </p:nvPr>
        </p:nvSpPr>
        <p:spPr>
          <a:xfrm>
            <a:off x="1335024" y="0"/>
            <a:ext cx="9518904" cy="6858000"/>
          </a:xfrm>
          <a:custGeom>
            <a:avLst/>
            <a:gdLst/>
            <a:ahLst/>
            <a:cxnLst/>
            <a:rect l="l" t="t" r="r" b="b"/>
            <a:pathLst>
              <a:path w="9518904" h="6858000">
                <a:moveTo>
                  <a:pt x="3337560" y="0"/>
                </a:moveTo>
                <a:lnTo>
                  <a:pt x="3319272" y="0"/>
                </a:lnTo>
                <a:lnTo>
                  <a:pt x="73152" y="3246120"/>
                </a:lnTo>
                <a:cubicBezTo>
                  <a:pt x="-27432" y="3346704"/>
                  <a:pt x="-27432" y="3511296"/>
                  <a:pt x="73152" y="3611880"/>
                </a:cubicBezTo>
                <a:lnTo>
                  <a:pt x="3319272" y="6858000"/>
                </a:lnTo>
                <a:lnTo>
                  <a:pt x="3337560" y="6858000"/>
                </a:lnTo>
                <a:lnTo>
                  <a:pt x="82296" y="3602736"/>
                </a:lnTo>
                <a:cubicBezTo>
                  <a:pt x="-9144" y="3502152"/>
                  <a:pt x="-9144" y="3355848"/>
                  <a:pt x="82296" y="3255264"/>
                </a:cubicBezTo>
                <a:lnTo>
                  <a:pt x="3337560" y="0"/>
                </a:lnTo>
                <a:moveTo>
                  <a:pt x="6181344" y="6858000"/>
                </a:moveTo>
                <a:lnTo>
                  <a:pt x="9436608" y="3602736"/>
                </a:lnTo>
                <a:cubicBezTo>
                  <a:pt x="9537192" y="3502152"/>
                  <a:pt x="9537192" y="3355848"/>
                  <a:pt x="9436608" y="3255264"/>
                </a:cubicBezTo>
                <a:lnTo>
                  <a:pt x="6181344" y="0"/>
                </a:lnTo>
                <a:lnTo>
                  <a:pt x="6199632" y="0"/>
                </a:lnTo>
                <a:lnTo>
                  <a:pt x="9445752" y="3246120"/>
                </a:lnTo>
                <a:cubicBezTo>
                  <a:pt x="9546336" y="3346704"/>
                  <a:pt x="9546336" y="3511296"/>
                  <a:pt x="9445752" y="3611880"/>
                </a:cubicBezTo>
                <a:lnTo>
                  <a:pt x="6199632" y="6858000"/>
                </a:lnTo>
                <a:lnTo>
                  <a:pt x="6181344" y="6858000"/>
                </a:lnTo>
              </a:path>
            </a:pathLst>
          </a:custGeom>
          <a:solidFill>
            <a:schemeClr val="tx2">
              <a:lumMod val="25000"/>
              <a:lumOff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Rectangle 41676_#color-2109&amp;780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2743200" y="0"/>
                </a:moveTo>
                <a:lnTo>
                  <a:pt x="2724912" y="0"/>
                </a:lnTo>
                <a:lnTo>
                  <a:pt x="0" y="2724912"/>
                </a:lnTo>
                <a:lnTo>
                  <a:pt x="0" y="2743200"/>
                </a:lnTo>
                <a:lnTo>
                  <a:pt x="2743200" y="0"/>
                </a:lnTo>
                <a:moveTo>
                  <a:pt x="0" y="4114800"/>
                </a:moveTo>
                <a:lnTo>
                  <a:pt x="0" y="4133088"/>
                </a:lnTo>
                <a:lnTo>
                  <a:pt x="2724912" y="6858000"/>
                </a:lnTo>
                <a:lnTo>
                  <a:pt x="2743200" y="6858000"/>
                </a:lnTo>
                <a:lnTo>
                  <a:pt x="0" y="4114800"/>
                </a:lnTo>
                <a:moveTo>
                  <a:pt x="9445752" y="6858000"/>
                </a:moveTo>
                <a:lnTo>
                  <a:pt x="9464040" y="6858000"/>
                </a:lnTo>
                <a:lnTo>
                  <a:pt x="12188952" y="4123944"/>
                </a:lnTo>
                <a:lnTo>
                  <a:pt x="12188952" y="4105656"/>
                </a:lnTo>
                <a:lnTo>
                  <a:pt x="9445752" y="6858000"/>
                </a:lnTo>
                <a:moveTo>
                  <a:pt x="12188952" y="2752344"/>
                </a:moveTo>
                <a:lnTo>
                  <a:pt x="9445752" y="0"/>
                </a:lnTo>
                <a:lnTo>
                  <a:pt x="9464040" y="0"/>
                </a:lnTo>
                <a:lnTo>
                  <a:pt x="12188952" y="2734056"/>
                </a:lnTo>
                <a:lnTo>
                  <a:pt x="12188952" y="2752344"/>
                </a:lnTo>
              </a:path>
            </a:pathLst>
          </a:custGeom>
          <a:solidFill>
            <a:schemeClr val="tx2">
              <a:lumMod val="25000"/>
              <a:lumOff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Rectangle 1_#color-2109&amp;783"/>
          <p:cNvSpPr/>
          <p:nvPr userDrawn="1">
            <p:custDataLst>
              <p:tags r:id="rId4"/>
            </p:custDataLst>
          </p:nvPr>
        </p:nvSpPr>
        <p:spPr>
          <a:xfrm>
            <a:off x="3593592" y="6144768"/>
            <a:ext cx="5266944" cy="713232"/>
          </a:xfrm>
          <a:custGeom>
            <a:avLst/>
            <a:gdLst/>
            <a:ahLst/>
            <a:cxnLst/>
            <a:rect l="l" t="t" r="r" b="b"/>
            <a:pathLst>
              <a:path w="5266944" h="713232">
                <a:moveTo>
                  <a:pt x="5266944" y="713232"/>
                </a:moveTo>
                <a:lnTo>
                  <a:pt x="0" y="713232"/>
                </a:lnTo>
                <a:lnTo>
                  <a:pt x="2459736" y="9144"/>
                </a:lnTo>
                <a:cubicBezTo>
                  <a:pt x="2505456" y="0"/>
                  <a:pt x="2551176" y="0"/>
                  <a:pt x="2596896" y="9144"/>
                </a:cubicBezTo>
                <a:lnTo>
                  <a:pt x="5266944" y="713232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Rectangle 41672_#color-2109&amp;786"/>
          <p:cNvSpPr/>
          <p:nvPr userDrawn="1">
            <p:custDataLst>
              <p:tags r:id="rId5"/>
            </p:custDataLst>
          </p:nvPr>
        </p:nvSpPr>
        <p:spPr>
          <a:xfrm>
            <a:off x="5129784" y="0"/>
            <a:ext cx="1993392" cy="521208"/>
          </a:xfrm>
          <a:custGeom>
            <a:avLst/>
            <a:gdLst/>
            <a:ahLst/>
            <a:cxnLst/>
            <a:rect l="l" t="t" r="r" b="b"/>
            <a:pathLst>
              <a:path w="1993392" h="521208">
                <a:moveTo>
                  <a:pt x="1993392" y="0"/>
                </a:moveTo>
                <a:lnTo>
                  <a:pt x="1060704" y="512064"/>
                </a:lnTo>
                <a:cubicBezTo>
                  <a:pt x="1024128" y="530352"/>
                  <a:pt x="978408" y="530352"/>
                  <a:pt x="941832" y="512064"/>
                </a:cubicBezTo>
                <a:lnTo>
                  <a:pt x="0" y="0"/>
                </a:lnTo>
                <a:lnTo>
                  <a:pt x="1993392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2" name="Rectangle 41673_#color-2109&amp;789"/>
          <p:cNvSpPr/>
          <p:nvPr userDrawn="1">
            <p:custDataLst>
              <p:tags r:id="rId6"/>
            </p:custDataLst>
          </p:nvPr>
        </p:nvSpPr>
        <p:spPr>
          <a:xfrm>
            <a:off x="2176272" y="1545336"/>
            <a:ext cx="868680" cy="868680"/>
          </a:xfrm>
          <a:custGeom>
            <a:avLst/>
            <a:gdLst/>
            <a:ahLst/>
            <a:cxnLst/>
            <a:rect l="l" t="t" r="r" b="b"/>
            <a:pathLst>
              <a:path w="868680" h="868680">
                <a:moveTo>
                  <a:pt x="18288" y="475488"/>
                </a:moveTo>
                <a:cubicBezTo>
                  <a:pt x="-9144" y="448056"/>
                  <a:pt x="-9144" y="420624"/>
                  <a:pt x="18288" y="402336"/>
                </a:cubicBezTo>
                <a:lnTo>
                  <a:pt x="402336" y="18288"/>
                </a:lnTo>
                <a:cubicBezTo>
                  <a:pt x="420624" y="-9144"/>
                  <a:pt x="448056" y="-9144"/>
                  <a:pt x="475488" y="18288"/>
                </a:cubicBezTo>
                <a:lnTo>
                  <a:pt x="859536" y="402336"/>
                </a:lnTo>
                <a:cubicBezTo>
                  <a:pt x="877824" y="420624"/>
                  <a:pt x="877824" y="448056"/>
                  <a:pt x="859536" y="475488"/>
                </a:cubicBezTo>
                <a:lnTo>
                  <a:pt x="475488" y="859536"/>
                </a:lnTo>
                <a:cubicBezTo>
                  <a:pt x="448056" y="877824"/>
                  <a:pt x="420624" y="877824"/>
                  <a:pt x="402336" y="859536"/>
                </a:cubicBezTo>
                <a:lnTo>
                  <a:pt x="18288" y="475488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Rectangle 41674_#color-2109&amp;792"/>
          <p:cNvSpPr/>
          <p:nvPr userDrawn="1">
            <p:custDataLst>
              <p:tags r:id="rId7"/>
            </p:custDataLst>
          </p:nvPr>
        </p:nvSpPr>
        <p:spPr>
          <a:xfrm>
            <a:off x="9326880" y="4882896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18288" y="329184"/>
                </a:moveTo>
                <a:cubicBezTo>
                  <a:pt x="-9144" y="310896"/>
                  <a:pt x="-9144" y="283464"/>
                  <a:pt x="18288" y="256032"/>
                </a:cubicBezTo>
                <a:lnTo>
                  <a:pt x="256032" y="18288"/>
                </a:lnTo>
                <a:cubicBezTo>
                  <a:pt x="283464" y="-9144"/>
                  <a:pt x="310896" y="-9144"/>
                  <a:pt x="329184" y="18288"/>
                </a:cubicBezTo>
                <a:lnTo>
                  <a:pt x="576072" y="256032"/>
                </a:lnTo>
                <a:cubicBezTo>
                  <a:pt x="594360" y="283464"/>
                  <a:pt x="594360" y="310896"/>
                  <a:pt x="576072" y="329184"/>
                </a:cubicBezTo>
                <a:lnTo>
                  <a:pt x="329184" y="576072"/>
                </a:lnTo>
                <a:cubicBezTo>
                  <a:pt x="310896" y="594360"/>
                  <a:pt x="283464" y="594360"/>
                  <a:pt x="256032" y="576072"/>
                </a:cubicBezTo>
                <a:lnTo>
                  <a:pt x="18288" y="329184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838200" y="2245473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0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35152" y="4302506"/>
            <a:ext cx="10515600" cy="530987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85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_#color-2109&amp;768"/>
          <p:cNvSpPr/>
          <p:nvPr userDrawn="1">
            <p:custDataLst>
              <p:tags r:id="rId12"/>
            </p:custDataLst>
          </p:nvPr>
        </p:nvSpPr>
        <p:spPr>
          <a:xfrm>
            <a:off x="192024" y="0"/>
            <a:ext cx="1389888" cy="694944"/>
          </a:xfrm>
          <a:custGeom>
            <a:avLst/>
            <a:gdLst/>
            <a:ahLst/>
            <a:cxnLst/>
            <a:rect l="l" t="t" r="r" b="b"/>
            <a:pathLst>
              <a:path w="1389888" h="694944">
                <a:moveTo>
                  <a:pt x="0" y="0"/>
                </a:moveTo>
                <a:cubicBezTo>
                  <a:pt x="0" y="36576"/>
                  <a:pt x="9144" y="64008"/>
                  <a:pt x="36576" y="91440"/>
                </a:cubicBezTo>
                <a:lnTo>
                  <a:pt x="603504" y="658368"/>
                </a:lnTo>
                <a:cubicBezTo>
                  <a:pt x="658368" y="713232"/>
                  <a:pt x="740664" y="713232"/>
                  <a:pt x="786384" y="658368"/>
                </a:cubicBezTo>
                <a:lnTo>
                  <a:pt x="1353312" y="91440"/>
                </a:lnTo>
                <a:cubicBezTo>
                  <a:pt x="1380744" y="64008"/>
                  <a:pt x="1389888" y="36576"/>
                  <a:pt x="1389888" y="0"/>
                </a:cubicBezTo>
                <a:lnTo>
                  <a:pt x="0" y="0"/>
                </a:lnTo>
              </a:path>
            </a:pathLst>
          </a:custGeom>
          <a:solidFill>
            <a:schemeClr val="accent1">
              <a:alpha val="40000"/>
            </a:schemeClr>
          </a:solidFill>
        </p:spPr>
      </p:sp>
      <p:sp>
        <p:nvSpPr>
          <p:cNvPr id="10" name="图片_#color-2109&amp;771"/>
          <p:cNvSpPr/>
          <p:nvPr userDrawn="1">
            <p:custDataLst>
              <p:tags r:id="rId13"/>
            </p:custDataLst>
          </p:nvPr>
        </p:nvSpPr>
        <p:spPr>
          <a:xfrm>
            <a:off x="9674352" y="5788152"/>
            <a:ext cx="2249424" cy="1069848"/>
          </a:xfrm>
          <a:custGeom>
            <a:avLst/>
            <a:gdLst/>
            <a:ahLst/>
            <a:cxnLst/>
            <a:rect l="l" t="t" r="r" b="b"/>
            <a:pathLst>
              <a:path w="2249424" h="1069848">
                <a:moveTo>
                  <a:pt x="2249424" y="1069848"/>
                </a:moveTo>
                <a:lnTo>
                  <a:pt x="0" y="1069848"/>
                </a:lnTo>
                <a:lnTo>
                  <a:pt x="1033272" y="36576"/>
                </a:lnTo>
                <a:cubicBezTo>
                  <a:pt x="1088136" y="-9144"/>
                  <a:pt x="1161288" y="-9144"/>
                  <a:pt x="1216152" y="36576"/>
                </a:cubicBezTo>
                <a:lnTo>
                  <a:pt x="2249424" y="1069848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1" name="图片_#color-2109&amp;774"/>
          <p:cNvSpPr/>
          <p:nvPr userDrawn="1">
            <p:custDataLst>
              <p:tags r:id="rId14"/>
            </p:custDataLst>
          </p:nvPr>
        </p:nvSpPr>
        <p:spPr>
          <a:xfrm>
            <a:off x="1115568" y="320040"/>
            <a:ext cx="1033272" cy="1033272"/>
          </a:xfrm>
          <a:custGeom>
            <a:avLst/>
            <a:gdLst/>
            <a:ahLst/>
            <a:cxnLst/>
            <a:rect l="l" t="t" r="r" b="b"/>
            <a:pathLst>
              <a:path w="1033272" h="1033272">
                <a:moveTo>
                  <a:pt x="36576" y="612648"/>
                </a:moveTo>
                <a:cubicBezTo>
                  <a:pt x="-9144" y="557784"/>
                  <a:pt x="-9144" y="475488"/>
                  <a:pt x="36576" y="429768"/>
                </a:cubicBezTo>
                <a:lnTo>
                  <a:pt x="429768" y="36576"/>
                </a:lnTo>
                <a:cubicBezTo>
                  <a:pt x="475488" y="-9144"/>
                  <a:pt x="557784" y="-9144"/>
                  <a:pt x="612648" y="36576"/>
                </a:cubicBezTo>
                <a:lnTo>
                  <a:pt x="996696" y="429768"/>
                </a:lnTo>
                <a:cubicBezTo>
                  <a:pt x="1051560" y="475488"/>
                  <a:pt x="1051560" y="557784"/>
                  <a:pt x="996696" y="612648"/>
                </a:cubicBezTo>
                <a:lnTo>
                  <a:pt x="612648" y="996696"/>
                </a:lnTo>
                <a:cubicBezTo>
                  <a:pt x="557784" y="1051560"/>
                  <a:pt x="475488" y="1051560"/>
                  <a:pt x="429768" y="996696"/>
                </a:cubicBezTo>
                <a:lnTo>
                  <a:pt x="36576" y="612648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image" Target="../media/image2.png"/><Relationship Id="rId4" Type="http://schemas.openxmlformats.org/officeDocument/2006/relationships/tags" Target="../tags/tag91.xml"/><Relationship Id="rId3" Type="http://schemas.openxmlformats.org/officeDocument/2006/relationships/image" Target="../media/image1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image" Target="../media/image3.png"/><Relationship Id="rId1" Type="http://schemas.openxmlformats.org/officeDocument/2006/relationships/tags" Target="../tags/tag95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image" Target="../media/image5.png"/><Relationship Id="rId3" Type="http://schemas.openxmlformats.org/officeDocument/2006/relationships/tags" Target="../tags/tag100.xml"/><Relationship Id="rId2" Type="http://schemas.openxmlformats.org/officeDocument/2006/relationships/image" Target="../media/image4.png"/><Relationship Id="rId1" Type="http://schemas.openxmlformats.org/officeDocument/2006/relationships/tags" Target="../tags/tag99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09.xml"/><Relationship Id="rId2" Type="http://schemas.openxmlformats.org/officeDocument/2006/relationships/image" Target="../media/image6.png"/><Relationship Id="rId1" Type="http://schemas.openxmlformats.org/officeDocument/2006/relationships/tags" Target="../tags/tag10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image" Target="../media/image7.png"/><Relationship Id="rId1" Type="http://schemas.openxmlformats.org/officeDocument/2006/relationships/tags" Target="../tags/tag11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558925"/>
            <a:ext cx="10515600" cy="2399030"/>
          </a:xfrm>
        </p:spPr>
        <p:txBody>
          <a:bodyPr wrap="square" anchor="b" anchorCtr="0">
            <a:normAutofit/>
          </a:bodyPr>
          <a:lstStyle/>
          <a:p>
            <a:r>
              <a:rPr lang="zh-CN" altLang="en-US" dirty="0"/>
              <a:t>张工智控系统市场推广</a:t>
            </a:r>
            <a:br>
              <a:rPr lang="zh-CN" altLang="en-US" dirty="0"/>
            </a:br>
            <a:r>
              <a:rPr lang="zh-CN" altLang="en-US" dirty="0"/>
              <a:t>培训课件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835025" y="4345940"/>
            <a:ext cx="10515600" cy="88265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汇报人：张工智控集团</a:t>
            </a:r>
            <a:endParaRPr lang="zh-CN" altLang="en-US" dirty="0"/>
          </a:p>
          <a:p>
            <a:r>
              <a:rPr lang="en-US" altLang="zh-CN" dirty="0"/>
              <a:t>2026.5.26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518160" y="1097280"/>
            <a:ext cx="7367270" cy="156845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zh-CN" sz="1600">
                <a:solidFill>
                  <a:schemeClr val="tx1"/>
                </a:solidFill>
              </a:rPr>
              <a:t>  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国家级高新技术企业、国家级科技型中小企业、专精特新企业、瞪羚企业、创新型企业、标杆企业、重点企业、新锐企业、自主创新品牌、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IS0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体系认证企业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18170" y="392430"/>
            <a:ext cx="3742055" cy="53162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21180" y="3396615"/>
            <a:ext cx="4306570" cy="290004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518160" y="2047240"/>
            <a:ext cx="743331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  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司成立于2016年，总部位于福建泉州国家高新技术园区。张工智控集团作为一个运营管理平台，集团下设子公司泉州张工公司(技术研发)、市场运营公司、能源管理公司(项目运营)、机电安装公司(技术服务)、海南省能源科技公司(海外运营)、双碳研究院(碳资产管理)等多家独立运营主体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张工智控集团</a:t>
            </a:r>
            <a:endParaRPr lang="zh-CN" altLang="en-US" dirty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59170" y="314325"/>
            <a:ext cx="5172075" cy="622935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18490" y="2214245"/>
            <a:ext cx="492061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1"/>
                </a:solidFill>
              </a:rPr>
              <a:t>  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适用于中央空调暖通系统，工业类工艺供冷、供热、冷却系统，工商业热水循环系统等控制系统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无损升级改造服务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en-US" alt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综合节电率可达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40%—65%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，技术兜底条款可保证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30%—35%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，达到全国领先水平。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核心产品：</a:t>
            </a:r>
            <a:r>
              <a:rPr lang="zh-CN" altLang="en-US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能耗智控系统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6590" y="1563370"/>
            <a:ext cx="5017135" cy="35839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72810" y="1414145"/>
            <a:ext cx="5879465" cy="40303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技术路径原理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756535" y="1336675"/>
          <a:ext cx="9620250" cy="660400"/>
        </p:xfrm>
        <a:graphic>
          <a:graphicData uri="http://schemas.openxmlformats.org/drawingml/2006/table">
            <a:tbl>
              <a:tblPr/>
              <a:tblGrid>
                <a:gridCol w="895350"/>
                <a:gridCol w="1095375"/>
                <a:gridCol w="1047750"/>
                <a:gridCol w="962025"/>
                <a:gridCol w="1085850"/>
                <a:gridCol w="1390650"/>
              </a:tblGrid>
              <a:tr h="419100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装机量</a:t>
                      </a:r>
                      <a:b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kW</a:t>
                      </a: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年运行时数</a:t>
                      </a:r>
                      <a:b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（小时）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平均电价</a:t>
                      </a:r>
                      <a:b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（元</a:t>
                      </a:r>
                      <a:r>
                        <a:rPr lang="en-US" altLang="zh-CN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/kWh</a:t>
                      </a: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兜底节电率</a:t>
                      </a:r>
                      <a:b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%</a:t>
                      </a: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实际节电率</a:t>
                      </a:r>
                      <a:b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%</a:t>
                      </a: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合同期限</a:t>
                      </a:r>
                      <a:b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（年）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406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5500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45%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096510" y="2332038"/>
          <a:ext cx="6534150" cy="3298825"/>
        </p:xfrm>
        <a:graphic>
          <a:graphicData uri="http://schemas.openxmlformats.org/drawingml/2006/table">
            <a:tbl>
              <a:tblPr/>
              <a:tblGrid>
                <a:gridCol w="1047750"/>
                <a:gridCol w="962025"/>
                <a:gridCol w="1085850"/>
                <a:gridCol w="1390650"/>
                <a:gridCol w="952500"/>
              </a:tblGrid>
              <a:tr h="457200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年限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收益分成比例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年保底回款金额</a:t>
                      </a:r>
                      <a:b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（万元）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年预期回款</a:t>
                      </a:r>
                      <a:b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（万元）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客户节电收益</a:t>
                      </a:r>
                      <a:b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（万元）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0320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320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38.30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49.24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21.10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320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38.30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49.24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21.10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38.30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49.24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21.10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38.30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49.24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21.10</a:t>
                      </a:r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38.30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49.24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21.10</a:t>
                      </a:r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27.35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35.17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35.17</a:t>
                      </a:r>
                      <a:endParaRPr lang="en-US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27.35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35.17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1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35.17</a:t>
                      </a:r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27.35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35.17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1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35.17</a:t>
                      </a:r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27.35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35.17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1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35.17</a:t>
                      </a:r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27.35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35.17 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1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35.17</a:t>
                      </a:r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lang="zh-CN" altLang="en-US" sz="14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328.25 </a:t>
                      </a:r>
                      <a:endParaRPr lang="en-US" altLang="zh-CN" sz="14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422.04 </a:t>
                      </a:r>
                      <a:endParaRPr lang="en-US" altLang="zh-CN" sz="14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281.36</a:t>
                      </a:r>
                      <a:endParaRPr lang="en-US" altLang="zh-CN" sz="14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400" b="1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0" i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31190" y="2167890"/>
            <a:ext cx="4271645" cy="362712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p>
            <a:pPr>
              <a:lnSpc>
                <a:spcPct val="200000"/>
              </a:lnSpc>
            </a:pPr>
            <a:r>
              <a:rPr lang="en-US" altLang="zh-CN" sz="1600">
                <a:solidFill>
                  <a:schemeClr val="tx1"/>
                </a:solidFill>
              </a:rPr>
              <a:t>         </a:t>
            </a:r>
            <a:r>
              <a: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改造装机容量为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406kW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项目为例，在年运行时数达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5500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以上，平均电价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/kWh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的条件下，按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实际节电率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45%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计算（目前所有项目综合节电率均值），前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年与客户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3:7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分成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（我方大头），客户前五年年节电收益可达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21.10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万元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后五年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分成年节电收益可达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35.17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万元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，十年合作期内客户总计节能收益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281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万元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经评测算：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财务结算说明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355" y="126365"/>
            <a:ext cx="5419725" cy="66059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9235" y="2600960"/>
            <a:ext cx="57861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zh-CN" altLang="en-US" sz="1500" b="1"/>
              <a:t>（本月运行时长×原始功耗</a:t>
            </a:r>
            <a:r>
              <a:rPr lang="en-US" altLang="zh-CN" sz="1500" b="1"/>
              <a:t>-</a:t>
            </a:r>
            <a:r>
              <a:rPr lang="zh-CN" altLang="en-US" sz="1500" b="1"/>
              <a:t>实际用电量）</a:t>
            </a:r>
            <a:r>
              <a:rPr lang="zh-CN" altLang="en-US" sz="1500" b="1">
                <a:sym typeface="+mn-ea"/>
              </a:rPr>
              <a:t>×月均电价</a:t>
            </a:r>
            <a:r>
              <a:rPr lang="zh-CN" altLang="en-US" sz="1500" b="1">
                <a:sym typeface="+mn-ea"/>
              </a:rPr>
              <a:t>×分成比例</a:t>
            </a:r>
            <a:endParaRPr lang="zh-CN" altLang="en-US" sz="1500" b="1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500" b="1">
                <a:sym typeface="+mn-ea"/>
              </a:rPr>
              <a:t>=</a:t>
            </a:r>
            <a:r>
              <a:rPr lang="zh-CN" altLang="en-US" sz="1500" b="1">
                <a:sym typeface="+mn-ea"/>
              </a:rPr>
              <a:t>节能收益</a:t>
            </a:r>
            <a:endParaRPr lang="zh-CN" altLang="en-US" sz="1500" b="1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86960" y="1395095"/>
            <a:ext cx="6960235" cy="406717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09880" y="1557020"/>
            <a:ext cx="4471670" cy="3905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60000"/>
              </a:lnSpc>
            </a:pPr>
            <a:r>
              <a:rPr lang="en-US" altLang="zh-CN" sz="1600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团队核心技术人员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20+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，涵盖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电子应用、电气自动化、电力工程、机电、暖通、热力、建造、编程开发、物联网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等专业。</a:t>
            </a:r>
            <a:endParaRPr lang="zh-CN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运维安装团队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人，具备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年以上运维管理经验。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endParaRPr lang="zh-CN" altLang="en-US" sz="160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专业团队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2152952"/>
            <a:ext cx="10515000" cy="18000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THANK YOU</a:t>
            </a:r>
            <a:endParaRPr lang="zh-CN" altLang="en-US" dirty="0"/>
          </a:p>
        </p:txBody>
      </p:sp>
      <p:sp>
        <p:nvSpPr>
          <p:cNvPr id="2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835025" y="4345940"/>
            <a:ext cx="10515600" cy="88265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汇报人：</a:t>
            </a:r>
            <a:r>
              <a:rPr lang="zh-CN" altLang="en-US" dirty="0">
                <a:sym typeface="+mn-ea"/>
              </a:rPr>
              <a:t>张工智控集团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</p:tagLst>
</file>

<file path=ppt/tags/tag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6"/>
  <p:tag name="KSO_WM_TEMPLATE_CATEGORY" val="custom"/>
  <p:tag name="KSO_WM_TEMPLATE_INDEX" val="2023329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50"/>
  <p:tag name="KSO_WM_TEMPLATE_CATEGORY" val="custom"/>
  <p:tag name="KSO_WM_TEMPLATE_INDEX" val="20233290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0"/>
  <p:tag name="KSO_WM_TEMPLATE_THUMBS_INDEX" val="1、9"/>
  <p:tag name="KSO_WM_SPECIAL_SOURCE" val="bdnull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0_1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PRESET_TEXT" val="单击添加文档标题"/>
  <p:tag name="KSO_WM_UNIT_TEXT_TYPE" val="1"/>
</p:tagLst>
</file>

<file path=ppt/tags/tag87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0_1*f*4"/>
  <p:tag name="KSO_WM_TEMPLATE_CATEGORY" val="custom"/>
  <p:tag name="KSO_WM_TEMPLATE_INDEX" val="20233290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SLIDE_ID" val="custom20233290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0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PECIAL_SOURCE" val="bdnull"/>
  <p:tag name="KSO_WM_SLIDE_THEME_ID" val="3321166"/>
  <p:tag name="KSO_WM_SLIDE_THEME_NAME" val="黄色棱形简约风主题"/>
</p:tagLst>
</file>

<file path=ppt/tags/tag8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0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91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9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4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95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9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7.xml><?xml version="1.0" encoding="utf-8"?>
<p:tagLst xmlns:p="http://schemas.openxmlformats.org/presentationml/2006/main">
  <p:tag name="KSO_WM_UNIT_TEXT" val="张工智控集团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99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00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2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03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04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10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6.xml><?xml version="1.0" encoding="utf-8"?>
<p:tagLst xmlns:p="http://schemas.openxmlformats.org/presentationml/2006/main">
  <p:tag name="KSO_WM_UNIT_TEXT" val="核心产品：AI能耗智控系统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07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08.xml><?xml version="1.0" encoding="utf-8"?>
<p:tagLst xmlns:p="http://schemas.openxmlformats.org/presentationml/2006/main">
  <p:tag name="KSO_WM_UNIT_TEXT" val="技术路径原理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09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10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1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12.xml><?xml version="1.0" encoding="utf-8"?>
<p:tagLst xmlns:p="http://schemas.openxmlformats.org/presentationml/2006/main">
  <p:tag name="KSO_WM_UNIT_TEXT" val="客户资源：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13.xml><?xml version="1.0" encoding="utf-8"?>
<p:tagLst xmlns:p="http://schemas.openxmlformats.org/presentationml/2006/main">
  <p:tag name="KSO_WM_SLIDE_TYPE" val="text"/>
  <p:tag name="KSO_WM_BEAUTIFY_FLAG" val="#wm#"/>
  <p:tag name="KSO_WM_SLIDE_ID" val="custom20233290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290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0_9*a*1"/>
  <p:tag name="KSO_WM_TEMPLATE_CATEGORY" val="custom"/>
  <p:tag name="KSO_WM_TEMPLATE_INDEX" val="202332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115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0_9*f*4"/>
  <p:tag name="KSO_WM_TEMPLATE_CATEGORY" val="custom"/>
  <p:tag name="KSO_WM_TEMPLATE_INDEX" val="20233290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SLIDE_ID" val="custom20233290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290"/>
  <p:tag name="KSO_WM_SLIDE_TYPE" val="endPage"/>
  <p:tag name="KSO_WM_SLIDE_SUBTYPE" val="pureTxt"/>
  <p:tag name="KSO_WM_SLIDE_LAYOUT" val="a_f"/>
  <p:tag name="KSO_WM_SLIDE_LAYOUT_CNT" val="1_1"/>
  <p:tag name="KSO_WM_SPECIAL_SOURCE" val="bdnull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61D2D"/>
      </a:dk2>
      <a:lt2>
        <a:srgbClr val="FFFFFF"/>
      </a:lt2>
      <a:accent1>
        <a:srgbClr val="5592E6"/>
      </a:accent1>
      <a:accent2>
        <a:srgbClr val="6E559D"/>
      </a:accent2>
      <a:accent3>
        <a:srgbClr val="355FC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自定义 40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</Words>
  <Application>WPS 演示</Application>
  <PresentationFormat>宽屏</PresentationFormat>
  <Paragraphs>193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MiSans Demibold</vt:lpstr>
      <vt:lpstr>AMGDT</vt:lpstr>
      <vt:lpstr>Arial Unicode MS</vt:lpstr>
      <vt:lpstr>Calibri</vt:lpstr>
      <vt:lpstr>WPS</vt:lpstr>
      <vt:lpstr>Office 主题​​</vt:lpstr>
      <vt:lpstr>张工智控系统市场推广 培训课件</vt:lpstr>
      <vt:lpstr>张工智控集团</vt:lpstr>
      <vt:lpstr>核心产品：AI能耗智控系统</vt:lpstr>
      <vt:lpstr>技术路径原理</vt:lpstr>
      <vt:lpstr>经评测算：</vt:lpstr>
      <vt:lpstr>财务结算说明</vt:lpstr>
      <vt:lpstr>专业团队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</cp:lastModifiedBy>
  <cp:revision>19</cp:revision>
  <dcterms:created xsi:type="dcterms:W3CDTF">2023-08-09T12:44:00Z</dcterms:created>
  <dcterms:modified xsi:type="dcterms:W3CDTF">2026-05-27T06:56:28Z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  <property fmtid="{D5CDD505-2E9C-101B-9397-08002B2CF9AE}" pid="3" name="ICV">
    <vt:lpwstr>7DDB50BD998543818BC38A4BA18135D9_12</vt:lpwstr>
  </property>
</Properties>
</file>